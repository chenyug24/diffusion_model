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80 | Sample: 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80 | Sample: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80 | Sample: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80 | Sample: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80 | Sample: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100 | Sample: 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100 | Sample: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100 | Sample: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100 | Sample: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100 | Sample: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