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20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30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Nodes: 50 | Sample: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849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930864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